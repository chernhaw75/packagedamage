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717"/>
  </p:normalViewPr>
  <p:slideViewPr>
    <p:cSldViewPr snapToGrid="0">
      <p:cViewPr varScale="1">
        <p:scale>
          <a:sx n="110" d="100"/>
          <a:sy n="110" d="100"/>
        </p:scale>
        <p:origin x="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714BE-5570-8766-33E3-21CD7A8159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39B7E3-4CCE-6160-363D-60CF9AD8F7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A1B115-8730-BD78-CD83-2A269DEF1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A6BC3-BBCC-1B31-AD28-883ED58C3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1D649-D0AF-6ADA-2CFC-A9AF50851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49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2895C-D27F-0FA8-5785-FEFA0D726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251A8-DCB4-FF6A-6C23-57FAD5709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8620E-10A1-4240-53A1-F631E0D20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EE7DD-480A-1A7F-CE1A-E739728A0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92E829-DC47-A5C0-EF0B-15D1519D0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731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F5B7F-BB36-5C19-969F-B78C5DC64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B77C8A-5B50-7EFC-9B53-A30752919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3B487-E2E4-754F-7D1B-E56845A65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BA31F-C9D0-C0DD-1755-68E51C557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54E9F-3B14-17EE-9D1E-35FA4901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87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9F914-B73A-97DA-4E9F-AAC8F56FD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FBC26-944D-7891-3D1D-185D08C7A4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C88862-3E94-646E-8A0D-26CB4A4F3E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9FE42E-260F-EE09-805A-44273150C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8F0BFC-53A8-65DD-2787-935DF6C4F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40C40A-0105-0B03-E6BE-7C3552914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54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2EF65-1AA6-1CAC-2802-FBC41D983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97A5B3-0519-7015-8967-CCADD330C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48C727-77AD-D2C9-C90B-E17D798930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8D62-9CD6-3AB1-1574-B8A19151B8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2C0055-442A-DA9E-83D5-1CE58F80B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EC811E-0257-BF36-051F-5F3638D04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587C2-DEC3-F7AC-C266-B6D90BD6A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DFB231-DDDE-BEE3-8484-1D41EFFB6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738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0CE95-5378-67C5-9943-967D9291A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D93CC3-61B0-7739-76FC-D731C60A2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8D4118-C013-BD7D-2B2E-18665A124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56458-DF37-DFF5-40E1-933A9868A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111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ED6C90-D39C-DF58-494B-5E0392732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AFA0C0-F5E8-D77D-E2F0-1A80B9B28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29A25-8AB5-76AB-706D-559D6611D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864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E66ED-39E2-353E-FA28-1ABCBDB8B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81CAB-9BD8-82C9-2021-E71AC6603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BE0DA2-A101-9139-CDDE-032A8E004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A7146-0977-577B-3138-5B0277390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99AFD-7EA0-DDA9-1A49-7009341C4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5C0A6F-ABB5-8241-75DA-9207AB761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867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E7A63-B3C2-2370-F847-5F535BDA9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0BF311-464D-D3AD-55E7-AD1F9A6DD3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D1A975-EA9C-0175-2B6A-66404C39B7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0DD104-74FF-CF13-6511-704F93210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BBA825-8A6C-1837-4CEA-FB0826754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984244-39DA-F016-BE2A-55ADA6CCB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00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C52CB-7499-62D1-4482-2B0FD299F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9BFEE8-C00F-27DD-599C-87F05B0FB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F5A6B-9569-4027-FD84-EBCD70177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BB3ED-CAD3-4484-0BC3-CAA532B51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C041A-8B4A-D7C5-086B-666D3C8F6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488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FCF370-A9C6-536E-BCDE-C2755EA9A4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01DEBF-F868-58FF-DC2C-F0607B0A38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1BF2CD-BDC8-237A-C559-9BC6D75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F3C8F-3858-72E0-5DF6-18BA9D170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048EE-2A90-8DE2-AFDD-4FCCBB236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139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6ED84E-7E1B-B14A-8B2B-83EB0C01F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A3CDC-160A-22B3-A836-145808613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56AEF4-36B1-593C-CCA7-281FDF4768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1900EF-7BEE-E946-88A7-9ED6C7BE8518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BA9871-6849-F792-9878-00114B8B4C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F89A9-DFF6-4636-C777-165429D8C9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5441C-6F98-9142-B8EE-7D799BA64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518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3B29F-574D-0F54-43B0-E5DE38BB97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AI-Powered Parcel Damage Detection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86AF91-670A-C25F-DD22-E8DA0DD8B9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 dirty="0"/>
              <a:t>Subtitle: Real-Time Quality Control for High-Speed Conveyor Systems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606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BB27F-B9F5-01B2-9F2A-DB956708A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Technical Pipeline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DF035-E58C-D63A-ED37-C3A5FBA3C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End-to-End Development Workflow</a:t>
            </a:r>
            <a:endParaRPr lang="en-US" dirty="0"/>
          </a:p>
          <a:p>
            <a:r>
              <a:rPr lang="en-US" b="1" dirty="0"/>
              <a:t>Stack:</a:t>
            </a:r>
            <a:r>
              <a:rPr lang="en-US" dirty="0"/>
              <a:t> CUDA 12.8, </a:t>
            </a:r>
            <a:r>
              <a:rPr lang="en-US" dirty="0" err="1"/>
              <a:t>PyTorch</a:t>
            </a:r>
            <a:r>
              <a:rPr lang="en-US" dirty="0"/>
              <a:t> 2.10.0, and </a:t>
            </a:r>
            <a:r>
              <a:rPr lang="en-US" dirty="0" err="1"/>
              <a:t>Ultralytics</a:t>
            </a:r>
            <a:r>
              <a:rPr lang="en-US" dirty="0"/>
              <a:t> YOLOv8.</a:t>
            </a:r>
          </a:p>
          <a:p>
            <a:r>
              <a:rPr lang="en-US" b="1" dirty="0"/>
              <a:t>Data Sourcing:</a:t>
            </a:r>
            <a:r>
              <a:rPr lang="en-US" dirty="0"/>
              <a:t> Automated aggregation of 10,000+ images from Kaggle, Hugging Face, and </a:t>
            </a:r>
            <a:r>
              <a:rPr lang="en-US" dirty="0" err="1"/>
              <a:t>Roboflow</a:t>
            </a:r>
            <a:r>
              <a:rPr lang="en-US" dirty="0"/>
              <a:t>.</a:t>
            </a:r>
          </a:p>
          <a:p>
            <a:r>
              <a:rPr lang="en-US" b="1" dirty="0"/>
              <a:t>Processing:</a:t>
            </a:r>
            <a:r>
              <a:rPr lang="en-US" dirty="0"/>
              <a:t> Uses </a:t>
            </a:r>
            <a:r>
              <a:rPr lang="en-US" b="1" dirty="0" err="1"/>
              <a:t>Albumentations</a:t>
            </a:r>
            <a:r>
              <a:rPr lang="en-US" dirty="0"/>
              <a:t> for robust training and a custom </a:t>
            </a:r>
            <a:r>
              <a:rPr lang="en-US" dirty="0" err="1"/>
              <a:t>heuristic_class</a:t>
            </a:r>
            <a:r>
              <a:rPr lang="en-US" dirty="0"/>
              <a:t> method to auto-label images based on directory keywords.</a:t>
            </a:r>
          </a:p>
          <a:p>
            <a:r>
              <a:rPr lang="en-US" b="1" dirty="0"/>
              <a:t>Training:</a:t>
            </a:r>
            <a:r>
              <a:rPr lang="en-US" dirty="0"/>
              <a:t> YOLOv8n (Nano) architecture trained on </a:t>
            </a:r>
            <a:r>
              <a:rPr lang="en-US" b="1" dirty="0"/>
              <a:t>NVIDIA A100-SXM4</a:t>
            </a:r>
            <a:r>
              <a:rPr lang="en-US" dirty="0"/>
              <a:t> for rapid convergence.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793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4A400-DB41-7AF2-251A-A5DB8128A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Deployment &amp; Export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EA0406-EA19-1C10-A107-23F4F8991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Weight Conversion:</a:t>
            </a:r>
            <a:r>
              <a:rPr lang="en-US" dirty="0"/>
              <a:t> </a:t>
            </a:r>
            <a:r>
              <a:rPr lang="en-US" dirty="0" err="1"/>
              <a:t>PyTorch</a:t>
            </a:r>
            <a:r>
              <a:rPr lang="en-US" dirty="0"/>
              <a:t> (.pt) → </a:t>
            </a:r>
            <a:r>
              <a:rPr lang="en-US" b="1" dirty="0"/>
              <a:t>ONNX</a:t>
            </a:r>
            <a:r>
              <a:rPr lang="en-US" dirty="0"/>
              <a:t> format.</a:t>
            </a:r>
          </a:p>
          <a:p>
            <a:r>
              <a:rPr lang="en-US" b="1" dirty="0"/>
              <a:t>Optimization:</a:t>
            </a:r>
            <a:r>
              <a:rPr lang="en-US" dirty="0"/>
              <a:t> Specifically tuned for </a:t>
            </a:r>
            <a:r>
              <a:rPr lang="en-US" b="1" dirty="0"/>
              <a:t>Jetson </a:t>
            </a:r>
            <a:r>
              <a:rPr lang="en-US" b="1" dirty="0" err="1"/>
              <a:t>TensorRT</a:t>
            </a:r>
            <a:r>
              <a:rPr lang="en-US" dirty="0"/>
              <a:t> compatibility to ensure low-latency performance.</a:t>
            </a:r>
          </a:p>
          <a:p>
            <a:r>
              <a:rPr lang="en-US" b="1" dirty="0"/>
              <a:t>Versatility:</a:t>
            </a:r>
            <a:r>
              <a:rPr lang="en-US" dirty="0"/>
              <a:t> Includes testing scripts for both development (MacBook M2 webcam) and production (Jetson Orin).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6556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F37DA-B6D4-81B0-1963-9EF9E66D1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Current Challenges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038FC-C6A0-FE34-C29B-C7A3322A5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Identified Technical Risks</a:t>
            </a:r>
            <a:endParaRPr lang="en-US" dirty="0"/>
          </a:p>
          <a:p>
            <a:r>
              <a:rPr lang="en-US" b="1" dirty="0"/>
              <a:t>Label Noise:</a:t>
            </a:r>
            <a:r>
              <a:rPr lang="en-US" dirty="0"/>
              <a:t> Heuristic labeling relies on folder names; inconsistent source naming can degrade model accuracy.</a:t>
            </a:r>
          </a:p>
          <a:p>
            <a:r>
              <a:rPr lang="en-US" b="1" dirty="0"/>
              <a:t>Data Sampling:</a:t>
            </a:r>
            <a:r>
              <a:rPr lang="en-US" dirty="0"/>
              <a:t> Randomly capping at 10,000 images may exclude critical "edge case" damage examples found in the larger 13k+ raw dataset.</a:t>
            </a:r>
          </a:p>
          <a:p>
            <a:r>
              <a:rPr lang="en-US" b="1" dirty="0"/>
              <a:t>Pipeline Fragility:</a:t>
            </a:r>
            <a:r>
              <a:rPr lang="en-US" dirty="0"/>
              <a:t> Heavy reliance on four external APIs (Kaggle, HF, </a:t>
            </a:r>
            <a:r>
              <a:rPr lang="en-US" dirty="0" err="1"/>
              <a:t>Roboflow</a:t>
            </a:r>
            <a:r>
              <a:rPr lang="en-US" dirty="0"/>
              <a:t>, W&amp;B) creates multiple points of failure.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866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209</Words>
  <Application>Microsoft Macintosh PowerPoint</Application>
  <PresentationFormat>Widescreen</PresentationFormat>
  <Paragraphs>17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AI-Powered Parcel Damage Detection </vt:lpstr>
      <vt:lpstr>The Technical Pipeline</vt:lpstr>
      <vt:lpstr>Deployment &amp; Export </vt:lpstr>
      <vt:lpstr>Current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Chern Haw Tong (Student)</dc:creator>
  <cp:lastModifiedBy>Chern Haw Tong (Student)</cp:lastModifiedBy>
  <cp:revision>1</cp:revision>
  <dcterms:created xsi:type="dcterms:W3CDTF">2026-03-10T06:35:11Z</dcterms:created>
  <dcterms:modified xsi:type="dcterms:W3CDTF">2026-03-10T06:45:32Z</dcterms:modified>
</cp:coreProperties>
</file>